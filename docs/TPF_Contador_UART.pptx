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872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Microarquitecturas y Softcore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Ascendente/Descendente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 por UART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Zynq-7000 · Cortex-A9 + Lógica Programable · Bus AXI4-Lite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4617720"/>
            <a:ext cx="3200400" cy="0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Carrera de Especialización en Sistemas Embebidos — Año 2026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Ing. Nicolás Álvarez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Alumno: Ing. Quarin, Lautaro</a:t>
            </a:r>
            <a:endParaRPr lang="en-US" sz="1400" dirty="0"/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id="{8311F700-F23B-2E74-FDAA-9CAB85FD121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782601" y="401955"/>
            <a:ext cx="4375785" cy="138112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 este proyecto?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949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ascendente/descendente controlado desde una terminal serie (UART).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UART física la maneja el PS (Zynq); el Cortex-A9 corre una app en C que habla con el hardware vía AXI4-Lite.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IP Core custom, diseñado en VHDL, decodifica los comandos y contiene el contador.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Comandos: '+' incrementar, '-' decrementar, 'R' resetear, y 'A' modo automático (feature extra).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D4C67C7-AE55-EE44-E1E5-65ECF9CF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288" y="1344168"/>
            <a:ext cx="4213946" cy="3102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DESCRIPCIÓN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general del sistema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E2D42FC-8EA3-8BF0-8D9F-1BC68BB12A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36313"/>
            <a:ext cx="7772400" cy="3585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DESCRIPCIÓN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Módulos: cmd_decoder y counter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solidFill>
            <a:srgbClr val="F2F2F2"/>
          </a:solidFill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cmd_decoder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un byte ASCII + pulso de validación.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'+' (0x2B) → incrementar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'-' (0x2D) → decrementar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'R'/'r' → reset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'A'/'a' → toggle modo automático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otro carácter: se ignora.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206240"/>
          </a:xfrm>
          <a:prstGeom prst="rect">
            <a:avLst/>
          </a:prstGeom>
          <a:solidFill>
            <a:srgbClr val="F2F2F2"/>
          </a:solidFill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bits, rango 0-15.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Wrap-around en los bordes (15+1=0, 0-1=15).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síncrono (externo o por comando 'R').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automático: incrementa solo, a ritmo fijo (prescaler configurable).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comando manual siempre apaga el modo automático.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DESCRIPCIÓN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 AXI4-Lite (cmd_counter_ip_v1_0_S_AXI)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155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el protocolo AXI4-Lite estándar (canales AW / W / B para escritura, AR / R para lectura).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 internamente a counter_logic_top (cmd_decoder + counter).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 dos registros mapeados en memoria — ver mapa de registros a continuación.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15568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Offset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/ Descripción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CMD_REG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Escritura. Byte ASCII del comando ('+', '-', 'R'/'r', 'A'/'a').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COUNT_REG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Lectura. Bits [3:0]: valor del contador. Bit [4]: estado del modo automático (1 = activo).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DESCRIPCIÓN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RTL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01CF915-03FB-BB17-14B4-10C44B2BB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5287"/>
            <a:ext cx="6029325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67138DF-3AB4-D486-4F61-972695FDDC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683" y="3098426"/>
            <a:ext cx="6591580" cy="3290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INTEGRACIÓN CON EL PROCESADOR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en C sobre el Cortex-A9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un carácter desde la consola serie (UART del PS) con inbyte().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 un comando válido, lo escribe en CMD_REG (0x0) con Xil_Out32.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COUNT_REG (0x4) con Xil_In32 y muestra el valor por consola.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'A': si el modo automático queda activo, entra en un bucle de sondeo NO bloqueante (XUartPs_IsReceiveData) que va imprimiendo el contador mientras cambia, hasta que llega una tecla nueva.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344168"/>
            <a:ext cx="5212080" cy="1920240"/>
          </a:xfrm>
          <a:prstGeom prst="rect">
            <a:avLst/>
          </a:prstGeom>
          <a:solidFill>
            <a:srgbClr val="1E1E1E"/>
          </a:solidFill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6583680" y="1481328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 == '+' || c == '-' || c == 'R' ||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== 'r' || c == 'A' || c == 'a')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Xil_Out32(BASEADDR + CMD_OFFSET,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(u32)c);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 = Xil_In32(BASEADDR + COUNT_OFFSET);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0C658FE-25F0-7B4F-291D-EF06923C1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38054"/>
            <a:ext cx="3218329" cy="30961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SIMULACIÓN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de los testbenches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niveles de simulación: lógica interna (sin AXI) y wrapper AXI4-Lite completo.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Clock: período de 10 ns (100 MHz) en ambos testbenches.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testbench AXI implementa procedimientos axi_write / axi_read que ejecutan transacciones AXI4-Lite reales.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simular el modo automático en tiempos razonables, se usó un AUTO_TICK_DIVISOR reducido (5 ciclos) solo en simulación — el valor real en hardware es 50.000.000 (~2 Hz a 100 MHz).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SIMULACIÓN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— lógica interna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validados: incremento/decremento, reset, wrap-around en ambos extremos (0 y 15), rechazo de comando inválido, modo automático (activación, incremento periódico, apagado por comando manual).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8D383B2-93E0-4262-AD20-B2FC15CE5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179" y="2261795"/>
            <a:ext cx="7393641" cy="4047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SIMULACIÓN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— wrapper AXI4-Lite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Mismos casos, ejecutados como transacciones AXI reales (escritura en CMD_REG, lectura de COUNT_REG).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verificó que el bit de estado del modo automático (bit 4) se refleje correctamente en las lecturas.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A48E1C7-7A3F-62ED-FD67-65AB0C004B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19" y="2315583"/>
            <a:ext cx="10271761" cy="4193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PRUEBA EN HARDWARE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en la Arty Z7-10 (bench remoto)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1556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Bitstream programado sobre una Arty Z7-10 (Zynq-7000, xc7z010) vía hw_server, en un banco de pruebas remoto.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app en C corrió en el Cortex-A9 mediante el System Debugger del SDK, con la consola serie monitoreada por minicom.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repitieron en hardware real todos los casos ya validados en simulación, incluido el modo automático completo.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C726142-B73D-F7D0-67CE-72349E68E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284" y="2947335"/>
            <a:ext cx="3214127" cy="361540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21B73D-4785-1568-2F5C-C76646D0F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93" y="2947335"/>
            <a:ext cx="3738335" cy="35964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RECURSOS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Utilización de la FPGA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0" y="173736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utilización de LUTs, FFs e IO del IP Core custom es mínima frente a la capacidad total de la FPGA.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contador de 4 bits y la lógica de decodificación son bloques muy simples.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 parte de los recursos usados corresponde a la infraestructura estándar del sistema (PS7, AXI Interconnect), no al IP Core desarrollado.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6791148-8513-ED10-1146-8F49247A8A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18"/>
          <a:stretch>
            <a:fillRect/>
          </a:stretch>
        </p:blipFill>
        <p:spPr bwMode="auto">
          <a:xfrm>
            <a:off x="643218" y="1737360"/>
            <a:ext cx="4976030" cy="255748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CONCLUSIÓN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diseño completo: especificación y simulación en VHDL → integración como IP Core AXI → validación en hardware real.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empaquetado de IP en Vivado presentó dificultades no triviales (contaminación de fuentes, ambigüedad de versiones, síntesis cacheada) que requirieron un enfoque metódico para resolverse.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modo automático, aunque no estaba en la consigna original, permitió profundizar en lógica secuencial con múltiples fuentes de control y en comunicación no bloqueante software-hardware.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TPF — Contador Ascendente/Descendente Controlado por UART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FC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1088</Words>
  <Application>Microsoft Office PowerPoint</Application>
  <PresentationFormat>Panorámica</PresentationFormat>
  <Paragraphs>126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Lautaro Quarin</cp:lastModifiedBy>
  <cp:revision>2</cp:revision>
  <dcterms:created xsi:type="dcterms:W3CDTF">2026-08-23T23:55:17Z</dcterms:created>
  <dcterms:modified xsi:type="dcterms:W3CDTF">2026-08-24T00:03:40Z</dcterms:modified>
</cp:coreProperties>
</file>